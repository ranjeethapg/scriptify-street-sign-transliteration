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672" y="-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72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8920264" y="1715882"/>
            <a:ext cx="3130222" cy="2768570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228824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943837"/>
            <a:ext cx="969780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25155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Title-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Translitration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tool for street signs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Theme- Heritage &amp; Culture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Scriptify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SCRIPTIFY</a:t>
            </a:r>
            <a:endParaRPr lang="en-IN" sz="1200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826851" y="1774740"/>
            <a:ext cx="918522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itchFamily="34" charset="0"/>
                <a:cs typeface="Arial" pitchFamily="34" charset="0"/>
              </a:rPr>
              <a:t>Transliterations Tool for street signs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Mobile &amp; web app that converts street signs from one Indian script to another (not translate, only transliterate).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Example: Telugu →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Gurmukhi</a:t>
            </a:r>
            <a:r>
              <a:rPr lang="en-US" dirty="0">
                <a:latin typeface="Arial" pitchFamily="34" charset="0"/>
                <a:cs typeface="Arial" pitchFamily="34" charset="0"/>
              </a:rPr>
              <a:t>, Malayalam →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Devanagari</a:t>
            </a:r>
            <a:r>
              <a:rPr lang="en-US" dirty="0">
                <a:latin typeface="Arial" pitchFamily="34" charset="0"/>
                <a:cs typeface="Arial" pitchFamily="34" charset="0"/>
              </a:rPr>
              <a:t>, etc.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Use OCR + AI-based transliteration models.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Supports multi-script Bharat scripts.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Easy for travelers/pilgrims to read signboards in their own script.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70689" y="-5294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8905" y="1036274"/>
            <a:ext cx="10983495" cy="5201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800" b="1" u="sng" dirty="0">
                <a:latin typeface="Arial" pitchFamily="34" charset="0"/>
                <a:cs typeface="Arial" pitchFamily="34" charset="0"/>
              </a:rPr>
              <a:t>Technologies Used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marL="457200" indent="-457200" algn="just">
              <a:buFont typeface="Wingdings" pitchFamily="2" charset="2"/>
              <a:buChar char="Ø"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OCR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Tesseract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OCR, Google Vision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API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Transliteration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IndicNLP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library, AI/ML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models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Frontend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: React Native / Flutter (mobile app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Backend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: Python/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Django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+ REST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APIs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b="1" u="sng" dirty="0" smtClean="0">
                <a:latin typeface="Arial" pitchFamily="34" charset="0"/>
                <a:cs typeface="Arial" pitchFamily="34" charset="0"/>
              </a:rPr>
              <a:t>Methodology:</a:t>
            </a:r>
          </a:p>
          <a:p>
            <a:pPr marL="457200" indent="-457200" algn="just">
              <a:buFont typeface="Wingdings" pitchFamily="2" charset="2"/>
              <a:buChar char="Ø"/>
            </a:pPr>
            <a:endParaRPr lang="en-US" sz="2800" b="1" u="sng" dirty="0" smtClean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Capture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image of street sign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OCR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extracts text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Transliteration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engine converts script → user’s chosen script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Display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transliterated output on screen / AR overlay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30741" y="252246"/>
            <a:ext cx="1250890" cy="78402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SCRIPTIFY</a:t>
            </a:r>
            <a:endParaRPr lang="en-IN" sz="12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34054" y="1358020"/>
            <a:ext cx="10159378" cy="433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itchFamily="2" charset="2"/>
              <a:buChar char="Ø"/>
              <a:defRPr/>
            </a:pPr>
            <a:r>
              <a:rPr lang="en-US" sz="2800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</a:t>
            </a:r>
            <a:r>
              <a:rPr lang="en-US" sz="2800" b="1" u="sng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Open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datasets of Indian scripts available (</a:t>
            </a:r>
            <a:r>
              <a:rPr lang="en-US" sz="2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IndicNLP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AI4Bharat</a:t>
            </a:r>
            <a:r>
              <a:rPr lang="en-US" sz="2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OCR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APIs (Google, </a:t>
            </a:r>
            <a:r>
              <a:rPr lang="en-US" sz="2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Tesseract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already trained for Indian languages</a:t>
            </a:r>
            <a:r>
              <a:rPr lang="en-US" sz="2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4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Wingdings" pitchFamily="2" charset="2"/>
              <a:buChar char="Ø"/>
              <a:defRPr/>
            </a:pPr>
            <a:r>
              <a:rPr lang="en-US" sz="2800" b="1" u="sng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Challenges: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Handling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multiple scripts with accuracy</a:t>
            </a:r>
            <a:r>
              <a:rPr lang="en-US" sz="2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Low-quality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/ damaged signboards</a:t>
            </a:r>
            <a:r>
              <a:rPr lang="en-US" sz="2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4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Wingdings" pitchFamily="2" charset="2"/>
              <a:buChar char="Ø"/>
              <a:defRPr/>
            </a:pPr>
            <a:r>
              <a:rPr lang="en-US" sz="2800" b="1" u="sng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Strategies: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Use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AI models fine-tuned on Indian scripts</a:t>
            </a:r>
            <a:r>
              <a:rPr lang="en-US" sz="2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Crowd-sourced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corrections for improving accuracy.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SCRIPTIFY</a:t>
            </a:r>
            <a:endParaRPr lang="en-IN" sz="12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970" y="1337151"/>
            <a:ext cx="93853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Target Audience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457200" lvl="0" indent="-457200" algn="just">
              <a:buFont typeface="Wingdings" pitchFamily="2" charset="2"/>
              <a:buChar char="ü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Travelers, Tourists, Pilgrims, Migrant workers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u="sng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Impact:</a:t>
            </a:r>
          </a:p>
          <a:p>
            <a:pPr marL="457200" lvl="0" indent="-457200" algn="just">
              <a:buFont typeface="Wingdings" pitchFamily="2" charset="2"/>
              <a:buChar char="ü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People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can read signboards in their own script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457200" lvl="0" indent="-457200" algn="just">
              <a:buFont typeface="Wingdings" pitchFamily="2" charset="2"/>
              <a:buChar char="ü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Promotes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inclusivity in multilingual India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457200" lvl="0" indent="-457200" algn="just">
              <a:buFont typeface="Wingdings" pitchFamily="2" charset="2"/>
              <a:buChar char="ü"/>
              <a:defRPr/>
            </a:pPr>
            <a:endParaRPr lang="en-US" sz="28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u="sng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Benefits:</a:t>
            </a:r>
          </a:p>
          <a:p>
            <a:pPr marL="457200" lvl="0" indent="-457200" algn="just">
              <a:buFont typeface="Wingdings" pitchFamily="2" charset="2"/>
              <a:buChar char="ü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Breaks language barriers, cultural integration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457200" lvl="0" indent="-457200" algn="just">
              <a:buFont typeface="Wingdings" pitchFamily="2" charset="2"/>
              <a:buChar char="ü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Heritage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Preserves use of multiple Indian scripts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457200" lvl="0" indent="-457200" algn="just">
              <a:buFont typeface="Wingdings" pitchFamily="2" charset="2"/>
              <a:buChar char="ü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Boosts tourism and travel convenience.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18537" y="4795221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SCRIPTIFY</a:t>
            </a:r>
            <a:endParaRPr lang="en-IN" sz="12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AI4Bharat </a:t>
            </a:r>
            <a:r>
              <a:rPr lang="en-US" sz="28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IndicNLP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Library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 err="1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Tesseract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OCR for Indian 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scripts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Google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Vision 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API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Ministry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of Culture: Multilingual 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initiatives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Indian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Knowledge Systems (IKS) resources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SCRIPTIFY</a:t>
            </a:r>
            <a:endParaRPr lang="en-IN" sz="1200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7531</TotalTime>
  <Words>343</Words>
  <Application>Microsoft Office PowerPoint</Application>
  <PresentationFormat>Custom</PresentationFormat>
  <Paragraphs>86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new</cp:lastModifiedBy>
  <cp:revision>153</cp:revision>
  <dcterms:created xsi:type="dcterms:W3CDTF">2013-12-12T18:46:50Z</dcterms:created>
  <dcterms:modified xsi:type="dcterms:W3CDTF">2025-09-25T06:55:56Z</dcterms:modified>
</cp:coreProperties>
</file>